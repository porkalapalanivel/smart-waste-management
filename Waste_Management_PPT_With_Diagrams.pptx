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1976755"/>
            <a:ext cx="8181975" cy="2066290"/>
          </a:xfrm>
        </p:spPr>
        <p:txBody>
          <a:bodyPr/>
          <a:lstStyle/>
          <a:p>
            <a:pPr marL="571500" indent="-571500">
              <a:buFont typeface="Wingdings" panose="05000000000000000000" charset="0"/>
              <a:buChar char="q"/>
            </a:pPr>
            <a:r>
              <a:t>Real Life Solution for Waste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4660"/>
            <a:ext cx="8229600" cy="963295"/>
          </a:xfrm>
        </p:spPr>
        <p:txBody>
          <a:bodyPr/>
          <a:lstStyle/>
          <a:p>
            <a:pPr marL="571500" indent="-571500">
              <a:buFont typeface="Wingdings" panose="05000000000000000000" charset="0"/>
              <a:buChar char="q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" y="2726055"/>
            <a:ext cx="8229600" cy="2009775"/>
          </a:xfrm>
        </p:spPr>
        <p:txBody>
          <a:bodyPr/>
          <a:lstStyle/>
          <a:p>
            <a:r>
              <a:t>Waste management is essential for maintaining clean and healthy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5780"/>
            <a:ext cx="8229600" cy="1252220"/>
          </a:xfrm>
        </p:spPr>
        <p:txBody>
          <a:bodyPr/>
          <a:lstStyle/>
          <a:p>
            <a:pPr marL="571500" indent="-571500">
              <a:buFont typeface="Wingdings" panose="05000000000000000000" charset="0"/>
              <a:buChar char="q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14905"/>
            <a:ext cx="8229600" cy="1625600"/>
          </a:xfrm>
        </p:spPr>
        <p:txBody>
          <a:bodyPr/>
          <a:lstStyle/>
          <a:p>
            <a:r>
              <a:t>Improper waste management leads to pollution and inefficient complaint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0855"/>
            <a:ext cx="8229600" cy="1537335"/>
          </a:xfrm>
        </p:spPr>
        <p:txBody>
          <a:bodyPr/>
          <a:lstStyle/>
          <a:p>
            <a:pPr marL="571500" indent="-571500">
              <a:buFont typeface="Wingdings" panose="05000000000000000000" charset="0"/>
              <a:buChar char="q"/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89860"/>
            <a:ext cx="8229600" cy="1852930"/>
          </a:xfrm>
        </p:spPr>
        <p:txBody>
          <a:bodyPr/>
          <a:lstStyle/>
          <a:p>
            <a:r>
              <a:t>Improve waste collection, reduce pollution, enable complaint registration and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0855"/>
            <a:ext cx="8229600" cy="1202690"/>
          </a:xfrm>
        </p:spPr>
        <p:txBody>
          <a:bodyPr/>
          <a:lstStyle/>
          <a:p>
            <a:pPr marL="571500" indent="-571500">
              <a:buFont typeface="Wingdings" panose="05000000000000000000" charset="0"/>
              <a:buChar char="q"/>
            </a:pPr>
            <a:r>
              <a:t>Module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75230"/>
            <a:ext cx="8229600" cy="2152015"/>
          </a:xfrm>
        </p:spPr>
        <p:txBody>
          <a:bodyPr/>
          <a:lstStyle/>
          <a:p>
            <a:r>
              <a:t>User Management, Complaint Registration, Complaint Tracking, Admin Dashboard,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charset="0"/>
              <a:buChar char="q"/>
            </a:pPr>
            <a:r>
              <a:t>Use Case Diagram</a:t>
            </a:r>
          </a:p>
        </p:txBody>
      </p:sp>
      <p:pic>
        <p:nvPicPr>
          <p:cNvPr id="3" name="Picture 2" descr="User 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34135"/>
            <a:ext cx="8229600" cy="5135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charset="0"/>
              <a:buChar char="q"/>
            </a:pPr>
            <a:r>
              <a:t>ER Diagram</a:t>
            </a:r>
          </a:p>
        </p:txBody>
      </p:sp>
      <p:pic>
        <p:nvPicPr>
          <p:cNvPr id="3" name="Picture 2" descr="ER diagram - Copy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125" y="1463675"/>
            <a:ext cx="6014720" cy="49206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4145"/>
            <a:ext cx="8229600" cy="2185670"/>
          </a:xfrm>
        </p:spPr>
        <p:txBody>
          <a:bodyPr/>
          <a:lstStyle/>
          <a:p>
            <a:pPr marL="571500" indent="-571500">
              <a:buFont typeface="Wingdings" panose="05000000000000000000" charset="0"/>
              <a:buChar char="q"/>
            </a:pPr>
            <a:r>
              <a:t>Thank You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0" y="0"/>
            <a:ext cx="9144000" cy="685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WPS Presentation</Application>
  <PresentationFormat>On-screen Show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Office Theme</vt:lpstr>
      <vt:lpstr>Real Life Solution for Waste Management</vt:lpstr>
      <vt:lpstr>Introduction</vt:lpstr>
      <vt:lpstr>Problem Statement</vt:lpstr>
      <vt:lpstr>Project Objectives</vt:lpstr>
      <vt:lpstr>Module List</vt:lpstr>
      <vt:lpstr>Use Case Diagram</vt:lpstr>
      <vt:lpstr>ER Diagram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Porkala P</cp:lastModifiedBy>
  <cp:revision>2</cp:revision>
  <dcterms:created xsi:type="dcterms:W3CDTF">2013-01-27T09:14:00Z</dcterms:created>
  <dcterms:modified xsi:type="dcterms:W3CDTF">2026-06-12T10:55:55Z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21D3BC1FFF9D4481874BFE517D6F06E5_12</vt:lpwstr>
  </property>
  <property fmtid="{D5CDD505-2E9C-101B-9397-08002B2CF9AE}" pid="3" name="KSOProductBuildVer">
    <vt:lpwstr>2057-12.2.0.23202</vt:lpwstr>
  </property>
</Properties>
</file>